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188720"/>
            <a:ext cx="3474720" cy="365760"/>
          </a:xfrm>
          <a:prstGeom prst="roundRect">
            <a:avLst/>
          </a:prstGeom>
          <a:solidFill>
            <a:srgbClr val="1E293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OS &amp; COMPUTER NETWORKS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73736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FFFFFF"/>
                </a:solidFill>
              </a:defRPr>
            </a:pPr>
            <a:r>
              <a:t>Industrial Machine Log</a:t>
            </a:r>
            <a:br/>
            <a:r>
              <a:t>Integrity Checker</a:t>
            </a:r>
          </a:p>
          <a:p>
            <a:pPr>
              <a:defRPr sz="1800">
                <a:solidFill>
                  <a:srgbClr val="94A3B8"/>
                </a:solidFill>
              </a:defRPr>
            </a:pPr>
            <a:r>
              <a:t>Real-Time Telemetry Verification using Handwritten Modulo-2 Polynomial Division (CRC-32)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297680"/>
            <a:ext cx="2377440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44348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38BDF8"/>
                </a:solidFill>
              </a:defRPr>
            </a:pPr>
            <a:r>
              <a:t>IEEE 802.3 CRC-32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Handwritten GF(2) XOR Long Division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1880" y="4297680"/>
            <a:ext cx="2377440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40" y="44348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38BDF8"/>
                </a:solidFill>
              </a:defRPr>
            </a:pPr>
            <a:r>
              <a:t>Session-Fixed Polynomial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Dynamic 33-Bit Divisor Invariant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4297680"/>
            <a:ext cx="2377440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44348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38BDF8"/>
                </a:solidFill>
              </a:defRPr>
            </a:pPr>
            <a:r>
              <a:t>Zero-Dependency Core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No zlib / Pure Bitwise Math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41080" y="4297680"/>
            <a:ext cx="2377440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0" y="44348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38BDF8"/>
                </a:solidFill>
              </a:defRPr>
            </a:pPr>
            <a:r>
              <a:t>AEGIS Minimalist UI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Dual-Panel Telemetry Dashboard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OPERATING SYSTEMS &amp; COMPUTER NETWORKS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Problem Statement &amp; Industrial Motivation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120640" cy="5029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47548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The Problem: Telemetry Degradation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Industrial IoT &amp; SCADA Systems: High-vibration environments (turbines, CNC mills, chemical reactors) transmit millions of telemetry logs.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Transmission Noise &amp; Bit Flips: Electromagnetic interference (EMI), line noise, and hardware buffer corruption silently mutate sensor values.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Catastrophic Consequences: Altering RPM from '3450' to '3451' or temperature '82.4C' to '92.4C' can trigger false emergency shutdowns or mask catastrophic failures.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Vulnerability to Tampering: Plaintext logs can be intercepted and modified in-flight without detection if proper polynomial verification is absent.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212080" cy="5029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Our Solution: Mathematical Verification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Zero-Latency CRC Engine: Implements a 33-bit polynomial division engine strictly at the bitstream level.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Hand-written Modulo-2 Arithmetic: Built without black-box libraries (`zlib.crc32`), showing true Galois Field arithmetic.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Complete Step-by-Step Observability: Every phase (ASCII-to-Binary, 32-bit zero padding, XOR long division, and remainder evaluation) is rendered in real-time.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Single-Screen Telemetry Cockpit: Side-by-side Transmitter vs Receiver panels for instant tamper simulation and validation.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OPERATING SYSTEMS &amp; COMPUTER NETWORKS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System Architecture &amp; End-to-End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120640" cy="5029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47548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563EB"/>
                </a:solidFill>
              </a:defRPr>
            </a:pPr>
            <a:r>
              <a:t>Transmitter Pipeline (Sender)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1. Log Input: Raw ASCII telemetry string received from machine controller.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2. ASCII -&gt; Binary: Each character mapped to an 8-bit binary representation: ord(c) -&gt; format(b, '08b').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3. 32-Bit Zero Padding: 32 zeros appended to message bitstream M (M * 2^32).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4. Modulo-2 Division: XOR long division of padded bitstream by 33-bit generator divisor G(x).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5. Checksum Generation: The resulting 32-bit remainder R becomes the transmitted CRC-32.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212080" cy="5029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66534"/>
                </a:solidFill>
              </a:defRPr>
            </a:pPr>
            <a:r>
              <a:t>Receiver &amp; Gateway Pipeline (Verifier)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1. Received Codeword: Receiver receives log message M' and transmitted CRC R'.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2. Codeword Formation: Codeword T' = ascii2binary(M') + R'.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3. Modulo-2 Division: XOR division of T' by the SAME 33-bit generator G(x).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4. Remainder Invariant Check: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   • If Remainder == '0' * 32 -&gt; ACCEPT ✓ (100% Intact)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   • If Remainder != '0' * 32 -&gt; REJECT ✗ (Corrupted / Tampered)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5. Step Observability: Dynamic JSON response powers live UI breakdown.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OPERATING SYSTEMS &amp; COMPUTER NETWORKS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Mathematical Foundation: Modulo-2 Polynomial Arithmetic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3383280" cy="5029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30175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Modulo-2 XOR Rules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Arithmetic in Galois Field GF(2):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0 ⊕ 0 = 0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0 ⊕ 1 = 1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1 ⊕ 0 = 1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1 ⊕ 1 = 0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Key Invariant: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Addition and Subtraction are completely identical.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No carries are generated in addition; no borrows in subtraction.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280160"/>
            <a:ext cx="3383280" cy="5029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463040"/>
            <a:ext cx="30175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Generator Polynomial G(x)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Degree: k = 32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Divisor Length: k + 1 = 33 bits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Boundary Bits: First and last bits strictly '1'.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Example Session Divisor: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  100001010100110001101111101000111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Why 33 bits for 32-bit CRC?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Dividing by a degree-32 polynomial yields a remainder of degree at most 31 (strictly 32 bits).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280160"/>
            <a:ext cx="3383280" cy="5029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463040"/>
            <a:ext cx="30175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The Zero-Remainder Proof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Mathematical Equation: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T(x) = M(x) · x^32 ⊕ R(x)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By Definition of Division: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M(x) · x^32 = Q(x) · G(x) ⊕ R(x)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Substitute in T(x):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T(x) = Q(x) · G(x) ⊕ R(x) ⊕ R(x)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T(x) = Q(x) · G(x) ⊕ 0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Therefore: T(x) mod G(x) ≡ 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OPERATING SYSTEMS &amp; COMPUTER NETWORKS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Core Implementation: Algorithms in crc_checker.py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120640" cy="5029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47548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Handwritten Modulo-2 Division Function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def xordiv(dividend, divisor):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    d = list(dividend)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    m = len(divisor) # 33 bits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    for i in range(len(d) - m + 1):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        if d[i] == '1':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            for j in range(m):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                d[i+j] = '1' if d[i+j] != divisor[j] else '0'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    return ''.join(d[-(m - 1):]) # Last 32 bits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✓ Direct array in-place XOR reduction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✓ Returns strictly the 32-bit remainder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✓ Zero reliance on external C libraries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212080" cy="5029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Session Divisor &amp; Verification Flow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# Session-level fixed generator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GENERATOR = None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def get_divisor():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    global GENERATOR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    if GENERATOR is None: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        GENERATOR = generate_divisor()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    return GENERATOR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# Verification Logic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def verify(text, received_crc):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    bits = ascii2binary(text)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    codeword = bits + received_crc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    remainder = xordiv(codeword, get_divisor())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    return remainder == '0' * 32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OPERATING SYSTEMS &amp; COMPUTER NETWORKS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Error Detection Power: CRC-32 vs Other Techniques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3383280" cy="5029200"/>
          </a:xfrm>
          <a:prstGeom prst="roundRect">
            <a:avLst/>
          </a:prstGeom>
          <a:solidFill>
            <a:srgbClr val="FEE2E2"/>
          </a:solidFill>
          <a:ln w="15240">
            <a:solidFill>
              <a:srgbClr val="99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30175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991B1B"/>
                </a:solidFill>
              </a:defRPr>
            </a:pPr>
            <a:r>
              <a:t>Parity Check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Detects: Single bit errors only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Fails on: Any even number of bit errors (e.g. 2 bit flips cancel out)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Burst Errors: Fails completely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Overhead: 1 bit per character / byte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Industrial Rating: INSUFFICIENT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280160"/>
            <a:ext cx="3383280" cy="5029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463040"/>
            <a:ext cx="30175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Arithmetic Checksum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Detects: Simple summing errors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Fails on: Compensating bit errors in opposing columns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Burst Errors: Moderate detection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Overhead: 16 to 32 bits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Industrial Rating: BASIC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280160"/>
            <a:ext cx="3383280" cy="5029200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463040"/>
            <a:ext cx="30175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66534"/>
                </a:solidFill>
              </a:defRPr>
            </a:pPr>
            <a:r>
              <a:t>CRC-32 Polynomial Division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100% Single-Bit Errors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100% Double-Bit Errors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100% Odd Number of Errors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100% Burst Errors &lt;= 32 bits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&gt; 99.99999997% for Bursts &gt; 32 bits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Industrial Rating: GOLD STANDARD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OPERATING SYSTEMS &amp; COMPUTER NETWORKS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REST API Endpoints &amp; Data Contracts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120640" cy="5029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47548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POST /api/compute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Request Payload: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{</a:t>
            </a:r>
            <a:br/>
            <a:r>
              <a:t>  "log": "[2026-09-14] TURBINE_01 RPM:3450"</a:t>
            </a:r>
            <a:br/>
            <a:r>
              <a:t>}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Response Payload (200 OK):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{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  "crc": "01001001011001001010011100011011",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  "divisor": "100001010100110001101111101000111",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  "steps": {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    "binary": "01011011...",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    "padded": "01011011...00000000000000000000000000000000",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    "remainder": "01001001011001001010011100011011",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    "hex": "4964A71B"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  }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212080" cy="5029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POST /api/verify &amp; GET /api/divisor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POST /api/verify Request Payload: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{</a:t>
            </a:r>
            <a:br/>
            <a:r>
              <a:t>  "log": "[2026-09-14] TURBINE_01 RPM:3450",</a:t>
            </a:r>
            <a:br/>
            <a:r>
              <a:t>  "crc": "01001001011001001010011100011011"</a:t>
            </a:r>
            <a:br/>
            <a:r>
              <a:t>}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Response Payload (200 OK):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{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  "accepted": true,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  "divisor": "100001010100110001101111101000111",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  "steps": {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    "codeword": "01011011...01001001011001001010011100011011",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    "remainder": "00000000000000000000000000000000"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  }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}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GET /api/divisor -&gt; {"divisor": "1000010..."}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OPERATING SYSTEMS &amp; COMPUTER NETWORKS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Frontend UI &amp; Observability Engineering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120640" cy="5029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47548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2-Row Viewport-Fitting Architecture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Fixed Full-Width Navbar (56px): Left brand title, Right clean SVG Sun/Moon theme toggle without distracting boxes.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ROW 1 (Inputs): Dual cards (Transmitter vs Receiver) with 110px fixed textareas, file upload (FileReader API for .txt/.log/.md), and live Random Telemetry generator.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ROW 2 (Process Steps): Scrollable step breakdown with custom 6px thin scrollbars matching dark/light themes.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Zero Full-Page Scroll: Strictly fits inside single viewport (calc(100vh - 56px)).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212080" cy="5029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UI State &amp; Design System Tokens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Light Mode: Warm off-white background (#f5f4f0), clean white surface cards (#ffffff), subtle borders (#e0ddd4).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Dark Mode: Deep background (#0f0f0f), dark surface cards (#1a1a1a), clean borders (#2a2a2a).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Monospace Discipline: Monospace font strictly scoped to binary bitstreams, hex codes, and polynomial keys.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Compact Result Chip (~40px):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  ✓ ACCEPT — Message integrity verified (Green)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  ✗ REJECT — Corruption detected (Red)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OPERATING SYSTEMS &amp; COMPUTER NETWORKS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Empirical Validation &amp; Test Scenarios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3383280" cy="5029200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30175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66534"/>
                </a:solidFill>
              </a:defRPr>
            </a:pPr>
            <a:r>
              <a:t>Case 1: Authentic Log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Original Log: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TURBINE_01 RPM:3450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Transmitted CRC: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01001001011001...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Modulo-2 Remainder: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00000000000000000000000000000000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Outcome: ✓ ACCEPT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Integrity verified with 0 bit errors.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280160"/>
            <a:ext cx="3383280" cy="5029200"/>
          </a:xfrm>
          <a:prstGeom prst="roundRect">
            <a:avLst/>
          </a:prstGeom>
          <a:solidFill>
            <a:srgbClr val="FEE2E2"/>
          </a:solidFill>
          <a:ln w="15240">
            <a:solidFill>
              <a:srgbClr val="99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463040"/>
            <a:ext cx="30175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991B1B"/>
                </a:solidFill>
              </a:defRPr>
            </a:pPr>
            <a:r>
              <a:t>Case 2: 1-Bit Mutation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Received Log (Tampered):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TURBINE_01 RPM:3451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(1 character changed)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Transmitted CRC: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01001001011001...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Modulo-2 Remainder: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01000100101001111100111011000000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Outcome: ✗ REJECT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Corruption detected instantly.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280160"/>
            <a:ext cx="3383280" cy="5029200"/>
          </a:xfrm>
          <a:prstGeom prst="roundRect">
            <a:avLst/>
          </a:prstGeom>
          <a:solidFill>
            <a:srgbClr val="FEE2E2"/>
          </a:solidFill>
          <a:ln w="15240">
            <a:solidFill>
              <a:srgbClr val="99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463040"/>
            <a:ext cx="30175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991B1B"/>
                </a:solidFill>
              </a:defRPr>
            </a:pPr>
            <a:r>
              <a:t>Case 3: Checksum Tamper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Received Log: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TURBINE_01 RPM:3450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Corrupted CRC: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11111111011001...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(In-flight checksum flip)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Modulo-2 Remainder: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10110110100110100110011001101101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Outcome: ✗ REJECT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Guards against forged packets.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OPERATING SYSTEMS &amp; COMPUTER NETWORKS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Summary &amp; Key Takeaways for Viva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120640" cy="5029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47548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Core Engineering Achievements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✓ Handwritten GF(2) Mathematics: Zero black-box dependencies; XOR polynomial long division built from first principles.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✓ Session-Level Generator Invariant: Generates and preserves a 33-bit divisor across all client/server exchanges.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✓ Rich Observability Contract: Exposes bitstream conversion, zero-padding, XOR stages, and 32-bit remainders via REST APIs.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✓ Production-Ready Repository: Pushed to GitHub with complete clean separation between frontend and backend.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212080" cy="5029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563EB"/>
                </a:solidFill>
              </a:defRPr>
            </a:pPr>
            <a:r>
              <a:t>Viva Quick Answers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Why Modulo-2? Addition &amp; subtraction are both XOR (no carries/borrows), making hardware and software implementation fast and deterministic.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Why 33-bit Divisor? A degree-32 polynomial has 33 coefficients and leaves a remainder of degree &lt;= 31 (exactly 32 bits).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Why zero remainder on verification? Codeword T(x) = M(x)·x^32 ⊕ R(x). Since R(x) is the remainder of M(x)·x^32 / G(x), adding R(x) cancels the remainder modulo G(x).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Repository: github.com/rogeralukka/OS-CN-Product-8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